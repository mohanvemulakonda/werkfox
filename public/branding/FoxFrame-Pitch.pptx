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FoxFrame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&amp; Door Manufacturing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Cutting  •  Glass Optimization  •  BOM Generation  •  Powered by WerkFox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Industry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window &amp; door market: ₹45,000 Cr+ and growing 12% annually.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50,000+ fabricators, most using manual methods or expensive desktop software.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Software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LogiKal costs ₹5-15L upfront.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FeneVision is ₹15-75L+.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fabricators can't afford 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20116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Lock-in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software runs on 1 PC.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cloud, no mobile access.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stuck on that machine.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E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Waste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8-15% aluminum bar waste.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10-18% glass sheet waste.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₹2-8L/year lost for mid-size shops.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FoxFrame — Web-Based Window Manufacturing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₹49-199/month vs. ₹5-75L upfront for legacy tools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Profile Optimizer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aluminum bars with minimal waste.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BFDH algorithm, kerf &amp; end-trim aware.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Remnant tracking &amp; reuse.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92-97% material utilization.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Glass Optimizer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965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 glass panels on jumbo sheets.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Guillotine-cut constraint (score &amp; snap).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Coating direction support.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85-93% utilization.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2918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2D2D2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Configurator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window type, dimensions,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mullions &amp; transoms.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complete cut list.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Fixed, casement, sliding, tilt &amp; turn.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918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2D2D2D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&amp; Costing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794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bill of materials: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profiles, glass, hardware, gaskets.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cost per window &amp; per order.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 generation.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Aluminum Profile Cutting (1D)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windows need 400+ profile cuts from standard 6m bars.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cut them with minimum waste?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Profile database — define codes, widths, weight/meter, price/meter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4505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Standard bar stock — 5000, 5800, 6000, 6500, 7000mm lengths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9806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Saw kerf handling — 3-5mm blade width per cut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14553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End trim — 10-25mm factory edge cleanup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9300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Angle cuts — 90° standard, 45° mitre, custom angles for shaped windows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Remnant tracking — reuse leftover bar pieces from previous jobs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1879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Multi-order batching — combine orders for better optimization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53542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Bar labels — barcode/QR per cut piece for shop floor tracking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Sheet Optimization (2D)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Guillotine Constraint: all cuts must go edge-to-edge (score &amp; snap).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Stock Sheet Size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Common Name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3210 × 2250 mm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Standard Jumbo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3210 × 2550 mm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Extended Jumbo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3660 × 2440 mm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North American Standard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4500 × 2500 mm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Oversized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6000 × 3210 mm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Super Jumbo (Curtain Wall)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0352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types supported: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03520" y="1828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float (4-12mm)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Tinted / reflective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Low-E coated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Laminated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Tempered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Double/triple glazed IGU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Window &amp; Door Types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frame + 4 beads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main pieces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D2D2D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Tilt &amp; Turn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pieces + hardware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D2D2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+ tracks + panels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25603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D2D2D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Bi-fold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8328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panels + track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5603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D2D2D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Awning/Hopper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to casement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Mullions &amp; Transoms: vertical and horizontal dividers auto-generate additional cuts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FoxFrame Wins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LogiKal / SchüCal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FeneVision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FoxFrame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Pricing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₹5-15L upfront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₹15-75L+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3B12"/>
                          </a:solidFill>
                        </a:rPr>
                        <a:t>₹49-199/month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Deployment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Desktop install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On-premise/cloud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3B12"/>
                          </a:solidFill>
                        </a:rPr>
                        <a:t>Cloud — instant access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Setup 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3-6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6-12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3B12"/>
                          </a:solidFill>
                        </a:rPr>
                        <a:t>10 minutes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Mobile access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Limited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3B12"/>
                          </a:solidFill>
                        </a:rPr>
                        <a:t>Full responsive web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Multi-user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Per-seat license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Per-seat license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3B12"/>
                          </a:solidFill>
                        </a:rPr>
                        <a:t>Team included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Updates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Annual fee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Annual fee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3B12"/>
                          </a:solidFill>
                        </a:rPr>
                        <a:t>Always latest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Profile systems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Schüco only (SchüCal)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Any (complex setup)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3B12"/>
                          </a:solidFill>
                        </a:rPr>
                        <a:t>Any (simple config)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Target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Large fabricators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Enterprise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3B12"/>
                          </a:solidFill>
                        </a:rPr>
                        <a:t>SMB fabricators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Windows Deserve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Software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74320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FoxFrame 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www.werkfox.com/foxframe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the WerkFox Manufacturing Platform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FoxCut (Kitchens) + FoxFrame (Windows) + ERP + CRM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FoxFrame - Window &amp; Door Manufacturing Platform</dc:title>
  <dc:subject>PptxGenJS Presentation</dc:subject>
  <dc:creator>WerkFox</dc:creator>
  <cp:lastModifiedBy>WerkFox</cp:lastModifiedBy>
  <cp:revision>1</cp:revision>
  <dcterms:created xsi:type="dcterms:W3CDTF">2026-04-03T07:27:18Z</dcterms:created>
  <dcterms:modified xsi:type="dcterms:W3CDTF">2026-04-03T07:27:18Z</dcterms:modified>
</cp:coreProperties>
</file>