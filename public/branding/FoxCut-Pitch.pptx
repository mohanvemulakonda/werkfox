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3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FoxCut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Cutting Optimizer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Modular Kitchens &amp; Cabinetry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Waste  •  Maximize Profit  •  Powered by WerkFox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Waste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2560320"/>
          </a:xfrm>
          <a:prstGeom prst="roundRect">
            <a:avLst>
              <a:gd name="adj" fmla="val 5357"/>
            </a:avLst>
          </a:prstGeom>
          <a:solidFill>
            <a:srgbClr val="FEF2F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Optimization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15-30% material wasted per job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layout on paper/whiteboard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Inconsistent cutting — rework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tracking of offcuts/remnants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Guesswork on material ordering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₹5,000-15,000 wasted per kitchen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2560320"/>
          </a:xfrm>
          <a:prstGeom prst="roundRect">
            <a:avLst>
              <a:gd name="adj" fmla="val 5357"/>
            </a:avLst>
          </a:prstGeom>
          <a:solidFill>
            <a:srgbClr val="F0FDF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FoxCut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3-8% waste — optimized layouts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guillotine-cut patterns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Print-ready cutting diagrams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Remnant tracking &amp; reuse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Exact sheet count for ordering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 ₹3,000-12,000 per kitchen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3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₹50 Cr/year kitchen manufacturer wastes ₹75L-1.5Cr in sheet material annually.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FoxCut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3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Material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from library: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BWR Plywood, HDHMR, MDF,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Pre-lam Particle Board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set sheet size &amp; thickness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2D2D2D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3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Parts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22860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dimensions or pick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module presets: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units, wall units, drawers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set grain &amp; edge banding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2D2D2D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3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22860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optimization.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Guillotine algorithm tries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strategies, picks best.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for kerf &amp; trim.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188720"/>
            <a:ext cx="2011680" cy="2926080"/>
          </a:xfrm>
          <a:prstGeom prst="roundRect">
            <a:avLst>
              <a:gd name="adj" fmla="val 6818"/>
            </a:avLst>
          </a:prstGeom>
          <a:solidFill>
            <a:srgbClr val="2D2D2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3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&amp; Save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95160" y="228600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cutting diagrams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workshop floor.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remnants, calculate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cost, save for history.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1704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Guillotine Optimization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Edge-to-edge cuts only — exactly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panel saws work in real shops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1704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Banding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Per-edge banding selection with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dimension adjustment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1704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 Direction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1508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horizontal/vertical grain 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pieces won't rotate when optimizing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450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Library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Indian market materials with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pricing, thicknesses, sheet sizes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37744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450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Module Presets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One-click: Base 600, Wall 600,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 unit, Drawer, Shutters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37744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450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Remnant Tracking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usable offcuts for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jobs — reduce waste further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7307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Calculator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069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cost + edge banding +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cost per job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6576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37307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Import/Export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37560" y="4069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import parts from Excel.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for shop floor printing.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6576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7307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Cut Diagrams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4069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SVG layouts with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sequences, labels, dimensions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Materials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19456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Standard Size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Thicknesses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Price Range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BWR Plywood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2440 × 1220 (8×4 ft)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6, 9, 12, 18, 25mm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₹80-150/sqft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BWP Marine Plywood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2440 × 1220 (8×4 ft)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6, 9, 12, 18, 25mm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₹120-200/sqft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HDHMR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2440 × 1220 (8×4 ft)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8, 12, 16, 18, 25mm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₹60-100/sqft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MDF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2440 × 1220 (8×4 ft)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6, 9, 12, 16, 18, 25mm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₹30-60/sqft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Pre-Laminated MDF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2440 × 1220 (8×4 ft)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8, 12, 18mm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₹50-90/sqft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Pre-Lam Particle Board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2440 × 1220 (8×4 ft)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8, 12, 16, 18, 25mm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₹25-50/sqft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Acrylic Sheet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2440 × 1220 (8×4 ft)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3, 4, 6, 8mm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₹150-400/sqft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Laminate (HPL)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2440 × 1220 (8×4 ft)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0.8, 1, 1.5mm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₹15-40/sqft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— Pays for Itself in Week 1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3B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Without FoxCut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3B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With FoxCut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3B1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Material utilization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70-85%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92-97%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Waste per kitchen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₹5,000-15,000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₹800-2,500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Time to plan cuts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30-60 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2 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Remnant reuse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None (thrown away)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</a:rPr>
                        <a:t>Tracked &amp; reused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03B12"/>
                          </a:solidFill>
                        </a:rPr>
                        <a:t>Annual savings (100 kitchens)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03B12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03B12"/>
                          </a:solidFill>
                        </a:rPr>
                        <a:t>₹4-12 Lakhs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FoxCut For?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Kitchen Manufacturers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&amp; mid-size kitchen factories doing 10-200 kitchens/month. Currently using MaxCut desktop or manual methods.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Cabinet &amp; Furniture Makers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furniture shops cutting plywood, MDF, particle board for wardrobes, TV units, office furniture.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Design Firms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managing multiple projects — need quick material estimates, cutting plans, and cost calculations.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Material Dealers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 offering "cut-to-size" services — optimize cuts for customers, reduce waste, increase margins.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Wasting Material.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Optimizing.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74320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E03B1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FoxCut Free 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www.werkfox.com/foxcut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the WerkFox Manufacturing Platform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FoxCut - Panel Cutting Optimizer</dc:title>
  <dc:subject>PptxGenJS Presentation</dc:subject>
  <dc:creator>WerkFox</dc:creator>
  <cp:lastModifiedBy>WerkFox</cp:lastModifiedBy>
  <cp:revision>1</cp:revision>
  <dcterms:created xsi:type="dcterms:W3CDTF">2026-04-03T07:27:16Z</dcterms:created>
  <dcterms:modified xsi:type="dcterms:W3CDTF">2026-04-03T07:27:16Z</dcterms:modified>
</cp:coreProperties>
</file>