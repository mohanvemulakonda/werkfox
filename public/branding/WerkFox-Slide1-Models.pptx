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6153912" y="-1600200"/>
            <a:ext cx="10058400" cy="10058400"/>
          </a:xfrm>
          <a:prstGeom prst="rect">
            <a:avLst/>
          </a:prstGeom>
        </p:spPr>
      </p:pic>
      <p:pic>
        <p:nvPicPr>
          <p:cNvPr id="3" name="Image 1" descr="/Users/mohanvemulakonda/Projects/werkfox/publi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96" y="1280160"/>
            <a:ext cx="2194560" cy="21945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35661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Werk</a:t>
            </a:r>
            <a:pPr algn="ctr" indent="0" marL="0">
              <a:buNone/>
            </a:pPr>
            <a:r>
              <a:rPr lang="en-US" sz="58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Fox</a:t>
            </a:r>
            <a:endParaRPr lang="en-US" sz="4800" dirty="0"/>
          </a:p>
        </p:txBody>
      </p:sp>
      <p:sp>
        <p:nvSpPr>
          <p:cNvPr id="5" name="Shape 1"/>
          <p:cNvSpPr/>
          <p:nvPr/>
        </p:nvSpPr>
        <p:spPr>
          <a:xfrm>
            <a:off x="5545836" y="4434840"/>
            <a:ext cx="1097280" cy="27432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6" name="Text 2"/>
          <p:cNvSpPr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Manufacturing ERP for the Modern Factory</a:t>
            </a:r>
            <a:endParaRPr lang="en-US" sz="1600" dirty="0"/>
          </a:p>
        </p:txBody>
      </p:sp>
      <p:pic>
        <p:nvPicPr>
          <p:cNvPr id="7" name="Image 2" descr="/Users/mohanvemulakonda/Projects/werkfox/publi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0" y="914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 — Clean &amp; Centered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6656832" y="-2057400"/>
            <a:ext cx="10972800" cy="10972800"/>
          </a:xfrm>
          <a:prstGeom prst="rect">
            <a:avLst/>
          </a:prstGeom>
        </p:spPr>
      </p:pic>
      <p:pic>
        <p:nvPicPr>
          <p:cNvPr id="3" name="Image 1" descr="/Users/mohanvemulakonda/Projects/werkfox/publi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4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Werk</a:t>
            </a:r>
            <a:pPr algn="l" indent="0" marL="0">
              <a:buNone/>
            </a:pPr>
            <a:r>
              <a:rPr lang="en-US" sz="64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Fox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914400" y="3931920"/>
            <a:ext cx="731520" cy="36576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6" name="Text 2"/>
          <p:cNvSpPr/>
          <p:nvPr/>
        </p:nvSpPr>
        <p:spPr>
          <a:xfrm>
            <a:off x="914400" y="4114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Manufacturing ERP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the Modern Factory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914400" y="6217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3B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www.werkfox.com</a:t>
            </a:r>
            <a:endParaRPr lang="en-US" sz="1200" dirty="0"/>
          </a:p>
        </p:txBody>
      </p:sp>
      <p:pic>
        <p:nvPicPr>
          <p:cNvPr id="8" name="Image 2" descr="/Users/mohanvemulakonda/Projects/werkfox/publi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62636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0" y="914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B — Left-aligned Bold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nvemulakonda/Projects/werkfox/public/logo.png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2436876" y="-228600"/>
            <a:ext cx="7315200" cy="7315200"/>
          </a:xfrm>
          <a:prstGeom prst="rect">
            <a:avLst/>
          </a:prstGeom>
        </p:spPr>
      </p:pic>
      <p:pic>
        <p:nvPicPr>
          <p:cNvPr id="3" name="Image 1" descr="/Users/mohanvemulakonda/Projects/werkfox/publi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1097280"/>
            <a:ext cx="2926080" cy="2926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4114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5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Werk</a:t>
            </a:r>
            <a:pPr algn="ctr" indent="0" marL="0">
              <a:buNone/>
            </a:pPr>
            <a:r>
              <a:rPr lang="en-US" sz="6200" b="1" dirty="0">
                <a:solidFill>
                  <a:srgbClr val="E03B1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Fox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0" y="50292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Manufacturing ERP for the Modern Factory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03B12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03B12"/>
          </a:solidFill>
          <a:ln/>
        </p:spPr>
      </p:sp>
      <p:pic>
        <p:nvPicPr>
          <p:cNvPr id="8" name="Image 2" descr="/Users/mohanvemulakonda/Projects/werkfox/publi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63550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0" y="1371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C — Minimal Premium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WerkFox - Slide 1 Models</dc:title>
  <dc:subject>PptxGenJS Presentation</dc:subject>
  <dc:creator>WerkFox</dc:creator>
  <cp:lastModifiedBy>WerkFox</cp:lastModifiedBy>
  <cp:revision>1</cp:revision>
  <dcterms:created xsi:type="dcterms:W3CDTF">2026-04-03T08:05:43Z</dcterms:created>
  <dcterms:modified xsi:type="dcterms:W3CDTF">2026-04-03T08:05:43Z</dcterms:modified>
</cp:coreProperties>
</file>